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 autoAdjust="0"/>
    <p:restoredTop sz="94660"/>
  </p:normalViewPr>
  <p:slideViewPr>
    <p:cSldViewPr>
      <p:cViewPr varScale="1">
        <p:scale>
          <a:sx n="78" d="100"/>
          <a:sy n="78" d="100"/>
        </p:scale>
        <p:origin x="160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3019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426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177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760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10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566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403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52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93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28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94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97379-A934-4C39-9A9C-D9D85641AE4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E750A-EEA3-4170-94C1-0272B7D35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068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99592" y="548680"/>
            <a:ext cx="7772400" cy="1470025"/>
          </a:xfrm>
        </p:spPr>
        <p:txBody>
          <a:bodyPr/>
          <a:lstStyle/>
          <a:p>
            <a:r>
              <a:rPr lang="es-ES" dirty="0"/>
              <a:t>Análisis de accionistas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dirty="0"/>
              <a:t>Poder</a:t>
            </a:r>
            <a:r>
              <a:rPr lang="es-ES" dirty="0"/>
              <a:t>  influencia en</a:t>
            </a:r>
          </a:p>
          <a:p>
            <a:r>
              <a:rPr lang="es-ES" b="1" dirty="0"/>
              <a:t>Interés</a:t>
            </a:r>
            <a:r>
              <a:rPr lang="es-ES" dirty="0"/>
              <a:t>  afectado por</a:t>
            </a:r>
          </a:p>
        </p:txBody>
      </p:sp>
    </p:spTree>
    <p:extLst>
      <p:ext uri="{BB962C8B-B14F-4D97-AF65-F5344CB8AC3E}">
        <p14:creationId xmlns:p14="http://schemas.microsoft.com/office/powerpoint/2010/main" val="134979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s-ES" dirty="0"/>
              <a:t>Lista de accionistas (agentes)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¿Quién recibe beneficios o impactos del proyecto?</a:t>
            </a:r>
          </a:p>
          <a:p>
            <a:r>
              <a:rPr lang="es-ES" dirty="0"/>
              <a:t>¿Quiénes serán los usuarios?</a:t>
            </a:r>
          </a:p>
          <a:p>
            <a:r>
              <a:rPr lang="es-ES" dirty="0"/>
              <a:t>¿Quiénes serán los clientes?</a:t>
            </a:r>
          </a:p>
          <a:p>
            <a:r>
              <a:rPr lang="es-ES" dirty="0"/>
              <a:t>¿Quién está dispuesto a invertir en el?</a:t>
            </a:r>
          </a:p>
          <a:p>
            <a:r>
              <a:rPr lang="es-ES" dirty="0"/>
              <a:t>¿Quién puede prestar apoyo en el desarrollo,  financiación, en la prueba y uso?</a:t>
            </a:r>
          </a:p>
          <a:p>
            <a:r>
              <a:rPr lang="es-ES" dirty="0"/>
              <a:t>¿Quién te pone el conocimiento?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DF6991A-AD24-CF57-09C6-EB341E4C68F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8202" y="1371015"/>
            <a:ext cx="4172271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Agricultores y dueños de fincas.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Residentes de zonas urbanizadas.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Ayuntamientos.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Consejos Insulares de Aguas (ej. CIATF).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Empresas públicas o privadas de gestión de aguas.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El medio ambiente y la población local.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Ministerio para la Transición Ecológica.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Comunidades de regantes.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Empresas tecnológicas de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IoT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(ej.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Libelium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El equipo desarrollador (Francisco Javier Cañas y Adrián Padrón).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39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Matriz de poder-interés</a:t>
            </a:r>
          </a:p>
        </p:txBody>
      </p:sp>
      <p:cxnSp>
        <p:nvCxnSpPr>
          <p:cNvPr id="5" name="4 Conector recto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457200" y="3863182"/>
            <a:ext cx="8229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457200" y="1431281"/>
            <a:ext cx="1891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Menos poder</a:t>
            </a:r>
          </a:p>
          <a:p>
            <a:r>
              <a:rPr lang="es-ES" sz="2400" b="1" dirty="0"/>
              <a:t>Más interés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6794935" y="1431281"/>
            <a:ext cx="16797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Más poder</a:t>
            </a:r>
          </a:p>
          <a:p>
            <a:r>
              <a:rPr lang="es-ES" sz="2400" b="1" dirty="0"/>
              <a:t>Más interés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457200" y="5877272"/>
            <a:ext cx="2013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Menos poder</a:t>
            </a:r>
          </a:p>
          <a:p>
            <a:r>
              <a:rPr lang="es-ES" sz="2400" b="1" dirty="0"/>
              <a:t>Menos interés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794935" y="5914510"/>
            <a:ext cx="2013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Más poder</a:t>
            </a:r>
          </a:p>
          <a:p>
            <a:r>
              <a:rPr lang="es-ES" sz="2400" b="1" dirty="0"/>
              <a:t>Menos interés</a:t>
            </a:r>
          </a:p>
        </p:txBody>
      </p:sp>
    </p:spTree>
    <p:extLst>
      <p:ext uri="{BB962C8B-B14F-4D97-AF65-F5344CB8AC3E}">
        <p14:creationId xmlns:p14="http://schemas.microsoft.com/office/powerpoint/2010/main" val="2923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s-ES" sz="3600" dirty="0"/>
              <a:t>¿Qué te aporta cada grupo?</a:t>
            </a:r>
            <a:br>
              <a:rPr lang="es-ES" sz="3600" dirty="0"/>
            </a:br>
            <a:r>
              <a:rPr lang="es-ES" sz="3600" dirty="0"/>
              <a:t>¿Qué ofreces a cada grupo?</a:t>
            </a:r>
            <a:endParaRPr lang="es-E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407110"/>
              </p:ext>
            </p:extLst>
          </p:nvPr>
        </p:nvGraphicFramePr>
        <p:xfrm>
          <a:off x="457200" y="1125538"/>
          <a:ext cx="8229600" cy="561583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36555143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776236339"/>
                    </a:ext>
                  </a:extLst>
                </a:gridCol>
              </a:tblGrid>
              <a:tr h="2807915">
                <a:tc>
                  <a:txBody>
                    <a:bodyPr/>
                    <a:lstStyle/>
                    <a:p>
                      <a:r>
                        <a:rPr lang="es-ES" sz="1600" b="1" dirty="0"/>
                        <a:t>Menos poder-Más interés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Agricultores y dueños de fincas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Comunidades de regantes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 equipo desarrollador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s-ES" sz="1400" b="0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/>
                        <a:t>Más poder-Más interés</a:t>
                      </a:r>
                      <a:endParaRPr lang="es-ES" sz="14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Consejos Insulares de Aguas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Ministerio para la Transición Ecológica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Ayuntamientos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909148"/>
                  </a:ext>
                </a:extLst>
              </a:tr>
              <a:tr h="2807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Menos poder-Menos interés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Residentes de zonas urbanizadas con jardines pequeños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Población local en general.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E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Agricultores tradicionales, que rechazan las nuevas tecnologías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Más poder-Menos interés</a:t>
                      </a:r>
                      <a:endParaRPr kumimoji="0" lang="es-E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s-E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Empresas tecnológicas de </a:t>
                      </a:r>
                      <a:r>
                        <a:rPr kumimoji="0" lang="es-ES" sz="14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IoT</a:t>
                      </a:r>
                      <a:endParaRPr kumimoji="0" lang="es-E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s-E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Compañías de telecomunicaciones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es-E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Grandes empresas privadas de gestión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17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3192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237</Words>
  <Application>Microsoft Office PowerPoint</Application>
  <PresentationFormat>Presentación en pantalla (4:3)</PresentationFormat>
  <Paragraphs>46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Google Sans Text</vt:lpstr>
      <vt:lpstr>Tema de Office</vt:lpstr>
      <vt:lpstr>Análisis de accionistas</vt:lpstr>
      <vt:lpstr>Lista de accionistas (agentes)</vt:lpstr>
      <vt:lpstr>Matriz de poder-interés</vt:lpstr>
      <vt:lpstr>¿Qué te aporta cada grupo? ¿Qué ofreces a cada grupo?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accionistas</dc:title>
  <dc:creator>Usuario</dc:creator>
  <cp:lastModifiedBy>Adrián Padrón Espinosa</cp:lastModifiedBy>
  <cp:revision>5</cp:revision>
  <cp:lastPrinted>2026-10-02T11:16:58Z</cp:lastPrinted>
  <dcterms:created xsi:type="dcterms:W3CDTF">2019-10-23T09:05:13Z</dcterms:created>
  <dcterms:modified xsi:type="dcterms:W3CDTF">2026-10-02T11:22:54Z</dcterms:modified>
</cp:coreProperties>
</file>